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o periodo de teste gratuito.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Plataforma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Visao geral dos planos disponiveis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cancelamento pode ser feito a qualquer momento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